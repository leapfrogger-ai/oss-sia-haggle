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7373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HAGGLE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77240" y="2743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FB3C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self-improving negotiation-outcome agent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77240" y="35661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improves an agent on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its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code/prompt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its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weights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7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 real B2B negotiation data, entirely on Nebius.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77240" y="457200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1E2447"/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45720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1 · the harness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749040" y="457200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1E2447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0" y="45720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2 · the weights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× Nebius Token Factory  ·  one API key for inference + GPU fine-tuning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axes of self-improvement — one task, one API key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76200" dist="25400" dir="16200000">
              <a:srgbClr val="D9DEE5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234440"/>
            <a:ext cx="109728" cy="155448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1 · HARNESS  (code / prompt)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44%  →  65%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rewrote the agent each generation — no human in the loop.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9632" y="1234440"/>
            <a:ext cx="54406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3E7EC"/>
            </a:solidFill>
            <a:prstDash val="solid"/>
          </a:ln>
          <a:effectLst>
            <a:outerShdw sx="100000" sy="100000" kx="0" ky="0" algn="bl" rotWithShape="0" blurRad="76200" dist="25400" dir="16200000">
              <a:srgbClr val="D9DEE5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99632" y="1234440"/>
            <a:ext cx="109728" cy="155448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2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2 · WEIGHTS  (LoRA fine-tune, served)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55664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45% → 66.7%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473952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Qwen3-14B fine-tuned + served — +21.7 pts (beats base 70B).</a:t>
            </a:r>
            <a:endParaRPr lang="en-US" sz="1250" dirty="0"/>
          </a:p>
        </p:txBody>
      </p:sp>
      <p:pic>
        <p:nvPicPr>
          <p:cNvPr id="13" name="Image 0" descr="/Users/kishorebhatia/Development/studio/sia-sf-hackerhouse/oss-sia-haggle/demo/4_two_axes_valid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3063240"/>
            <a:ext cx="914400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Weights axis — it learned, and it translated to accuracy</a:t>
            </a:r>
            <a:endParaRPr lang="en-US" sz="3000" dirty="0"/>
          </a:p>
        </p:txBody>
      </p:sp>
      <p:pic>
        <p:nvPicPr>
          <p:cNvPr id="3" name="Image 0" descr="/Users/kishorebhatia/Development/studio/sia-sf-hackerhouse/oss-sia-haggle/demo/2_weights_loss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36027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37960" y="1417320"/>
            <a:ext cx="50749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Per-token cross-entropy on the predicted price — how “surprised” the model is by the correct settled price. Lower = more probability on the right answer.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(validation) loss fell 0.69 → 0.375 (perplexity ~2.0 → 1.45) right alongside train loss, with a small final gap.</a:t>
            </a:r>
            <a:endParaRPr lang="en-US" sz="14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20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it GENERALIZED, didn’t memorize: the LoRA taught Llama-70B the task’s price priors &amp; output format in a way that transfers to unseen negotiations.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6537960" y="4114800"/>
            <a:ext cx="5074920" cy="2148840"/>
          </a:xfrm>
          <a:prstGeom prst="roundRect">
            <a:avLst>
              <a:gd name="adj" fmla="val 2553"/>
            </a:avLst>
          </a:prstGeom>
          <a:solidFill>
            <a:srgbClr val="ECF7F0"/>
          </a:solidFill>
          <a:ln w="15875">
            <a:solidFill>
              <a:srgbClr val="0F9D5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766560" y="4251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(served)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766560" y="4617720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dropping is necessary, not sufficient — so we served it and measured.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45% → fine-tuned 66.7% (+21.7 pts)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B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same prompt &amp; eval set. The tuned 14B even beats the base 70B. Nebius trains, Lightning serves — loop closed.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matters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77240" y="1609344"/>
            <a:ext cx="256032" cy="25603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5544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B2B pain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212080" y="150876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Deal-outcome prediction &amp; forecasting — only 45% of sales leaders trust their forecasts. Negotiation is the core sales skill. Real data, un-gameable ±10% metric.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779776"/>
            <a:ext cx="256032" cy="256032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72491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composable levers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2080" y="2679192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 improves the scaffold (code/prompt); fine-tuning improves the weights. Orthogonal and stackable on the same task.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950208"/>
            <a:ext cx="256032" cy="25603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8953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models, one Nebius key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2080" y="3849624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AND GPU fine-tuning through a single API key — no proprietary frontier model needed for the target. Reproducible and cheap.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5120640"/>
            <a:ext cx="256032" cy="256032"/>
          </a:xfrm>
          <a:prstGeom prst="ellipse">
            <a:avLst/>
          </a:prstGeom>
          <a:solidFill>
            <a:srgbClr val="0F9D58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065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axes validated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12080" y="5020056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44→65% (code/prompt) AND weights 45→66.7% (served LoRA) — both real ±10% accuracy on held-out negotiations. Nebius trains, Lightning serves.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2026-06-08T07:10:03Z</dcterms:created>
  <dcterms:modified xsi:type="dcterms:W3CDTF">2026-06-08T07:10:03Z</dcterms:modified>
</cp:coreProperties>
</file>