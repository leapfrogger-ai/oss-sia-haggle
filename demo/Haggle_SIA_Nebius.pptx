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HAGGLE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743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self-improving negotiation-outcome agent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35661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an agent on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code/prompt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 real B2B negotiation data, entirely on Nebius.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the harness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the weights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× Nebius Token Factory  ·  one API key for inference + GPU fine-tuning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axes of self-improvement — one task, one API key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234440"/>
            <a:ext cx="109728" cy="155448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HARNESS  (code / prompt)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44%  →  65%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rewrote the agent each generation — no human in the loop.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9632" y="1234440"/>
            <a:ext cx="109728" cy="155448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2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WEIGHTS  (LoRA fine-tune)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55664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loss 0.69 → 0.375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73952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tuned on Nebius GPUs — same API key.</a:t>
            </a:r>
            <a:endParaRPr lang="en-US" sz="1250" dirty="0"/>
          </a:p>
        </p:txBody>
      </p:sp>
      <p:pic>
        <p:nvPicPr>
          <p:cNvPr id="13" name="Image 0" descr="/Users/kishorebhatia/Development/studio/sia-sf-hackerhouse/oss-sia-haggle/demo/3_two_axes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3063240"/>
            <a:ext cx="91440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LoRA loss means — and the implication</a:t>
            </a:r>
            <a:endParaRPr lang="en-US" sz="3000" dirty="0"/>
          </a:p>
        </p:txBody>
      </p:sp>
      <p:pic>
        <p:nvPicPr>
          <p:cNvPr id="3" name="Image 0" descr="/Users/kishorebhatia/Development/studio/sia-sf-hackerhouse/oss-sia-haggle/demo/2_weights_loss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36027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37960" y="1417320"/>
            <a:ext cx="5074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cross-entropy on the predicted price — how “surprised” the model is by the correct settled price. Lower = more probability on the right answer.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(validation) loss fell 0.69 → 0.375 (perplexity ~2.0 → 1.45) right alongside train loss, with a small final gap.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it GENERALIZED, didn’t memorize: the LoRA taught Llama-70B the task’s price priors &amp; output format in a way that transfers to unseen negotiations.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537960" y="4114800"/>
            <a:ext cx="5074920" cy="2148840"/>
          </a:xfrm>
          <a:prstGeom prst="roundRect">
            <a:avLst>
              <a:gd name="adj" fmla="val 2553"/>
            </a:avLst>
          </a:prstGeom>
          <a:solidFill>
            <a:srgbClr val="ECF7F0"/>
          </a:solidFill>
          <a:ln w="15875">
            <a:solidFill>
              <a:srgbClr val="0F9D5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6656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766560" y="4617720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 got better at the task — a second, composable axis of self-improvement beyond prompt/code.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held-out loss ⇒ higher expected served ±10% accuracy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(live serving is one Nebius account toggle away).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609344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554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B2B pain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12080" y="15087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Deal-outcome prediction &amp; forecasting — only 45% of sales leaders trust their forecasts. Negotiation is the core sales skill. Real data, un-gameable ±10% metric.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779776"/>
            <a:ext cx="256032" cy="256032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249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composable levers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the scaffold (code/prompt); fine-tuning improves the weights. Orthogonal and stackable on the same task.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950208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8953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models, one Nebius key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3849624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AND GPU fine-tuning through a single API key — no proprietary frontier model needed for the target. Reproducible and cheap.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5120640"/>
            <a:ext cx="256032" cy="256032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065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5020056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curve + LoRA training curve are live; served base-vs-tuned accuracy is one support toggle (LoRA inference) away from the full 2×2.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2026-06-07T01:51:27Z</dcterms:created>
  <dcterms:modified xsi:type="dcterms:W3CDTF">2026-06-07T01:51:27Z</dcterms:modified>
</cp:coreProperties>
</file>