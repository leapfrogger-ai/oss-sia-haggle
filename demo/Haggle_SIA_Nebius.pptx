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HAGGLE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77240" y="2743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FB3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self-improving negotiation-outcome agent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77240" y="35661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improves an agent on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its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code/prompt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its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weights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 real B2B negotiation data, entirely on Nebius.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77240" y="457200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1E2447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5720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1 · the harness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749040" y="457200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1E2447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45720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2 · the weights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× Nebius Token Factory  ·  one API key for inference + GPU fine-tuning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axes of self-improvement — one task, one API key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76200" dist="25400" dir="16200000">
              <a:srgbClr val="D9DEE5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234440"/>
            <a:ext cx="109728" cy="155448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1 · HARNESS  (code / prompt)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44%  →  65%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rewrote the agent each generation — no human in the loop.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9632" y="1234440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76200" dist="25400" dir="16200000">
              <a:srgbClr val="D9DEE5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99632" y="1234440"/>
            <a:ext cx="109728" cy="155448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2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2 · WEIGHTS  (LoRA fine-tune, served)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55664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45% → 66.7%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473952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Qwen3-14B, ± LoRA adapter, one endpoint — +21.7 pts.</a:t>
            </a:r>
            <a:endParaRPr lang="en-US" sz="1250" dirty="0"/>
          </a:p>
        </p:txBody>
      </p:sp>
      <p:pic>
        <p:nvPicPr>
          <p:cNvPr id="13" name="Image 0" descr="/Users/kishorebhatia/Development/studio/sia-sf-hackerhouse/oss-sia-haggle/demo/4_two_axes_valid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3063240"/>
            <a:ext cx="914400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Weights axis — it learned, and it translated to accuracy</a:t>
            </a:r>
            <a:endParaRPr lang="en-US" sz="3000" dirty="0"/>
          </a:p>
        </p:txBody>
      </p:sp>
      <p:pic>
        <p:nvPicPr>
          <p:cNvPr id="3" name="Image 0" descr="/Users/kishorebhatia/Development/studio/sia-sf-hackerhouse/oss-sia-haggle/demo/5_weights_ser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760720" cy="42245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37960" y="1417320"/>
            <a:ext cx="50749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the base AND the LoRA-tuned model on ONE vLLM endpoint, scored with the same seed prompt on the same 60 held-out negotiations.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variable changes: the LoRA adapter (identical Qwen3-14B weights, base vs base+adapter).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+21.7 pts is attributable solely to the fine-tune. (The fine-tune's own training loss fell to ~0.1 on the same L40S — but the headline is served accuracy, not loss.)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6537960" y="4114800"/>
            <a:ext cx="5074920" cy="2148840"/>
          </a:xfrm>
          <a:prstGeom prst="roundRect">
            <a:avLst>
              <a:gd name="adj" fmla="val 2553"/>
            </a:avLst>
          </a:prstGeom>
          <a:solidFill>
            <a:srgbClr val="ECF7F0"/>
          </a:solidFill>
          <a:ln w="15875">
            <a:solidFill>
              <a:srgbClr val="0F9D5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766560" y="4251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(served)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766560" y="4617720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dropping is necessary, not sufficient — so we served it and measured.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45% → fine-tuned 66.7% (+21.7 pts)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same prompt, same eval set, identical 14B weights ± the LoRA adapter. Trained + served on one Lightning L40S — loop closed.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matters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609344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554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B2B pain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212080" y="150876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Deal-outcome prediction &amp; forecasting — only 45% of sales leaders trust their forecasts. Negotiation is the core sales skill. Real data, un-gameable ±10% metric.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779776"/>
            <a:ext cx="256032" cy="256032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72491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composable levers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2080" y="2679192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improves the scaffold (code/prompt); fine-tuning improves the weights. Orthogonal and stackable on the same task.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950208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8953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models, no frontier dependency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2080" y="3849624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Nebius OSS inference drives the SIA engine; one Lightning L40S does the fine-tune + serving. No proprietary model needed — reproducible and cheap.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5120640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065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axes validated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12080" y="5020056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44→65% (code/prompt) AND weights 45→66.7% (served LoRA) — both real ±10% accuracy on held-out negotiations, all on open models.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2026-06-08T23:19:08Z</dcterms:created>
  <dcterms:modified xsi:type="dcterms:W3CDTF">2026-06-08T23:19:08Z</dcterms:modified>
</cp:coreProperties>
</file>